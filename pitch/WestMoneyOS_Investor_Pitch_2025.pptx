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1418" y="900261"/>
            <a:ext cx="474116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Making Smart Living </a:t>
            </a:r>
            <a:pPr algn="ctr" indent="0" marL="0">
              <a:lnSpc>
                <a:spcPts val="31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Accessible</a:t>
            </a:r>
            <a:pPr algn="ctr" indent="0" marL="0">
              <a:lnSpc>
                <a:spcPts val="312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2400" dirty="0"/>
          </a:p>
          <a:p>
            <a:pPr algn="ctr" indent="0" marL="0">
              <a:lnSpc>
                <a:spcPts val="312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Everyone, Everywhere.</a:t>
            </a:r>
            <a:endParaRPr lang="en-US" sz="2400" dirty="0"/>
          </a:p>
        </p:txBody>
      </p:sp>
      <p:pic>
        <p:nvPicPr>
          <p:cNvPr id="3" name="Image 0" descr="/tmp/rasterized-gradient-9f1582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921222"/>
            <a:ext cx="7620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7350" y="2187922"/>
            <a:ext cx="58293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Money OS verbindet Gebäudeautomation, Business Tools und KI zu einer einzigen Plattform.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34194" y="3071664"/>
            <a:ext cx="7275612" cy="1047601"/>
          </a:xfrm>
          <a:prstGeom prst="roundRect">
            <a:avLst>
              <a:gd name="adj" fmla="val 1091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06330" y="3376464"/>
            <a:ext cx="18756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Ömer Hüseyin Coşkun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06330" y="3654475"/>
            <a:ext cx="18756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&amp; Founder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44639" y="3357265"/>
            <a:ext cx="9525" cy="47625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920378" y="3317379"/>
            <a:ext cx="150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info@west-money-bau.de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920378" y="3515469"/>
            <a:ext cx="150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west-money-bau.de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20378" y="3713559"/>
            <a:ext cx="15081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Düsseldorf, Germany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94772" y="3357265"/>
            <a:ext cx="9525" cy="47625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68957" y="3309789"/>
            <a:ext cx="166666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168957" y="3721150"/>
            <a:ext cx="16666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together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61438" y="4576465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West Money Bau • Enterprise Universe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West Money Bau / Enterprise Universe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Money OS - Investor Pitch 2025</dc:title>
  <dc:subject>Investment Pitch Deck</dc:subject>
  <dc:creator>Ömer Hüseyin Coşkun</dc:creator>
  <cp:lastModifiedBy>Ömer Hüseyin Coşkun</cp:lastModifiedBy>
  <cp:revision>1</cp:revision>
  <dcterms:created xsi:type="dcterms:W3CDTF">2025-12-14T00:22:02Z</dcterms:created>
  <dcterms:modified xsi:type="dcterms:W3CDTF">2025-12-14T00:22:02Z</dcterms:modified>
</cp:coreProperties>
</file>